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926080" cy="292608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Protection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• Decentralized • Trustless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55448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Solidity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4160520"/>
            <a:ext cx="155448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Ethereum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160520"/>
            <a:ext cx="155448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MetaMask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160520"/>
            <a:ext cx="155448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Sepolia Testnet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Decentralized Application Project  |  Smart Contracts  |  Web3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Why traditional IP protection systems fail in the digital 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554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43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Authorities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USPTO, copyright offices — single points of failure that can be hacked, corrupted or manipulated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554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143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Registration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856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approvals take 2-3 years. By then, your idea may already be copied or obsolete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1554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515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143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Prohibitive Costs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856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fees for patent filing can cost $10,000–$50,000, excluding most small creators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743200" cy="1554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8892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Standard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5935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registered in India has no protection in USA. No unified, borderless system exists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2743200" cy="1554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8892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3756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Tamper-able Records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5935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 can be altered. Proving original authorship is difficult without witnesses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2743200" cy="1554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78892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6364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Transparent Audit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5935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chains and ownership transfers are opaque and not publicly verifiable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ChainIP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 decentralized IP registry powered by Ethereum smart contracts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754880" cy="65836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🔒 Immutable Registration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Every IP gets a unique blockchain timestamp. No authority can alter 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4754880" cy="65836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10512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562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⚡ Instant &amp; Low-Cost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122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Register in seconds for less than $1 in gas fees — no lawyers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4754880" cy="65836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69464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151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🌍 Globally Accessible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712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Anyone, anywhere can register and verify IP with just a crypto wallet.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4754880" cy="65836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28416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741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📜 Smart License Contracts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Automate licensing, royalties, and revocation with zero paperwork.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87368"/>
            <a:ext cx="4754880" cy="65836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87368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33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🔍 Public Verification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Anyone can verify IP existence and ownership transparently on-chain.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1005840"/>
            <a:ext cx="3474720" cy="3840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Traditional vs Blockchain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13248" y="1508760"/>
            <a:ext cx="3438144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449824" y="1554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Aspect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13248" y="1938528"/>
            <a:ext cx="3438144" cy="384048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32" name="Text 30"/>
          <p:cNvSpPr/>
          <p:nvPr/>
        </p:nvSpPr>
        <p:spPr>
          <a:xfrm>
            <a:off x="5449824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Speed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1984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2-3 yrs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Instant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13248" y="2368296"/>
            <a:ext cx="3438144" cy="384048"/>
          </a:xfrm>
          <a:prstGeom prst="rect">
            <a:avLst/>
          </a:prstGeom>
          <a:solidFill>
            <a:srgbClr val="151F30"/>
          </a:solidFill>
          <a:ln/>
        </p:spPr>
      </p:sp>
      <p:sp>
        <p:nvSpPr>
          <p:cNvPr id="36" name="Text 34"/>
          <p:cNvSpPr/>
          <p:nvPr/>
        </p:nvSpPr>
        <p:spPr>
          <a:xfrm>
            <a:off x="5449824" y="2414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$10k+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2414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&lt; $1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13248" y="2798064"/>
            <a:ext cx="3438144" cy="384048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40" name="Text 38"/>
          <p:cNvSpPr/>
          <p:nvPr/>
        </p:nvSpPr>
        <p:spPr>
          <a:xfrm>
            <a:off x="5449824" y="2843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Tamper-proof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2843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13248" y="3227832"/>
            <a:ext cx="3438144" cy="384048"/>
          </a:xfrm>
          <a:prstGeom prst="rect">
            <a:avLst/>
          </a:prstGeom>
          <a:solidFill>
            <a:srgbClr val="151F30"/>
          </a:solidFill>
          <a:ln/>
        </p:spPr>
      </p:sp>
      <p:sp>
        <p:nvSpPr>
          <p:cNvPr id="44" name="Text 42"/>
          <p:cNvSpPr/>
          <p:nvPr/>
        </p:nvSpPr>
        <p:spPr>
          <a:xfrm>
            <a:off x="5449824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Global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3273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80960" y="32735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13248" y="3657600"/>
            <a:ext cx="3438144" cy="384048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48" name="Text 46"/>
          <p:cNvSpPr/>
          <p:nvPr/>
        </p:nvSpPr>
        <p:spPr>
          <a:xfrm>
            <a:off x="5449824" y="3703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Transparent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0" y="3703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68096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13248" y="4087368"/>
            <a:ext cx="3438144" cy="384048"/>
          </a:xfrm>
          <a:prstGeom prst="rect">
            <a:avLst/>
          </a:prstGeom>
          <a:solidFill>
            <a:srgbClr val="151F30"/>
          </a:solidFill>
          <a:ln/>
        </p:spPr>
      </p:sp>
      <p:sp>
        <p:nvSpPr>
          <p:cNvPr id="52" name="Text 50"/>
          <p:cNvSpPr/>
          <p:nvPr/>
        </p:nvSpPr>
        <p:spPr>
          <a:xfrm>
            <a:off x="5449824" y="4133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Automated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6656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80960" y="4133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👤  USER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Browser / DApp 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8288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File Upload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8288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SHA-256 Hash Generation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1005840"/>
            <a:ext cx="18288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MetaMask Wallet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8CF8"/>
                </a:solidFill>
              </a:rPr>
              <a:t>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8595360" cy="749808"/>
          </a:xfrm>
          <a:prstGeom prst="rect">
            <a:avLst/>
          </a:prstGeom>
          <a:solidFill>
            <a:srgbClr val="0D182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⚡  WEB3 MIDDLEWARE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57984"/>
            <a:ext cx="18288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579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Ethers.js v5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2157984"/>
            <a:ext cx="18288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1579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MetaMask Provider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157984"/>
            <a:ext cx="18288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1579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ABI Interface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2157984"/>
            <a:ext cx="18288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1579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Transaction Signing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8CF8"/>
                </a:solidFill>
              </a:rPr>
              <a:t>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" y="3063240"/>
            <a:ext cx="8595360" cy="841248"/>
          </a:xfrm>
          <a:prstGeom prst="rect">
            <a:avLst/>
          </a:prstGeom>
          <a:solidFill>
            <a:srgbClr val="0D142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90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⛓️  ETHEREUM BLOCKCHAIN (SEPOLIA TESTNET)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1554480" cy="384048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IPProtection.sol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93392" y="3364992"/>
            <a:ext cx="1554480" cy="384048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ipRecords Mapping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12464" y="3364992"/>
            <a:ext cx="1554480" cy="384048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licenses Mapping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31536" y="3364992"/>
            <a:ext cx="1554480" cy="384048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31536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disputes Mapping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50608" y="3364992"/>
            <a:ext cx="1554480" cy="384048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0608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Events Log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4340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0D2010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💾  STORAGE LAYER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453128"/>
            <a:ext cx="1828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53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On-Chain: Hashes + Metadata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14600" y="4453128"/>
            <a:ext cx="1828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4453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On-Chain: Ownership + Licenses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4453128"/>
            <a:ext cx="1828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4453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Off-Chain: Actual Files (IPFS)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29400" y="4453128"/>
            <a:ext cx="1828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4453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Etherscan: Public Explorer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754880" cy="425196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IPProtection.sol  —  Key Functions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registerIP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2938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_title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_contentHash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870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IPType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_ipType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836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_expiryTime</a:t>
            </a:r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0802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external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payable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768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require(msg.value &gt;= fee);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734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require(hashToIPId[hash] == 0);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ipCounter++;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8666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ipRecords[id] = IPRecord({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owner: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msg.sender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2598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registrationTime: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block.timestamp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6530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849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emit </a:t>
            </a:r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IPRegistered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0462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Functions at a Glance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2080" y="1097280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097280"/>
            <a:ext cx="45720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1338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registerIP()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371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Hash → Blockchain. Creates immutable record with timestamp.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0" y="1764792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1764792"/>
            <a:ext cx="45720" cy="56692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transferIP()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039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Transfers ownership to new address. Updates mapping.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12080" y="2432304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2432304"/>
            <a:ext cx="4572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issueLicense()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27066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Creates a license object with type, royalty, expiry.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12080" y="3099816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3099816"/>
            <a:ext cx="45720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5349240" y="3136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revokeLicense()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33741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Deactivates a license. Only owner or admin.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12080" y="3767328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3767328"/>
            <a:ext cx="4572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349240" y="38039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raiseDispute()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40416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Marks IP as Disputed. Requires challenger evidence.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12080" y="4434840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12080" y="4434840"/>
            <a:ext cx="45720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5349240" y="44714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verifyIPByHash()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4709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View function. Zero gas. Returns owner + timestamp.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Structs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503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IPRecord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231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6609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contentHash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35808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090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IPType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5204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IPStatus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822960"/>
            <a:ext cx="274320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822960"/>
            <a:ext cx="274320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8503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License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316736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1746504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176272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2231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606040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26609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LicenseType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035808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3090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issuedAt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465576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35204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expiresAt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3895344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37" name="Text 35"/>
          <p:cNvSpPr/>
          <p:nvPr/>
        </p:nvSpPr>
        <p:spPr>
          <a:xfrm>
            <a:off x="3364992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royaltyBps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822960"/>
            <a:ext cx="274320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822960"/>
            <a:ext cx="274320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36208" y="8503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Dispute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17920" y="1316736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42" name="Text 40"/>
          <p:cNvSpPr/>
          <p:nvPr/>
        </p:nvSpPr>
        <p:spPr>
          <a:xfrm>
            <a:off x="6291072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disputeId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1746504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4" name="Text 42"/>
          <p:cNvSpPr/>
          <p:nvPr/>
        </p:nvSpPr>
        <p:spPr>
          <a:xfrm>
            <a:off x="6291072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2176272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46" name="Text 44"/>
          <p:cNvSpPr/>
          <p:nvPr/>
        </p:nvSpPr>
        <p:spPr>
          <a:xfrm>
            <a:off x="6291072" y="2231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2606040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8" name="Text 46"/>
          <p:cNvSpPr/>
          <p:nvPr/>
        </p:nvSpPr>
        <p:spPr>
          <a:xfrm>
            <a:off x="6291072" y="26609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3035808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50" name="Text 48"/>
          <p:cNvSpPr/>
          <p:nvPr/>
        </p:nvSpPr>
        <p:spPr>
          <a:xfrm>
            <a:off x="6291072" y="3090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uint256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raisedAt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3465576"/>
            <a:ext cx="256032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2" name="Text 50"/>
          <p:cNvSpPr/>
          <p:nvPr/>
        </p:nvSpPr>
        <p:spPr>
          <a:xfrm>
            <a:off x="6291072" y="35204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3895344"/>
            <a:ext cx="2560320" cy="347472"/>
          </a:xfrm>
          <a:prstGeom prst="rect">
            <a:avLst/>
          </a:prstGeom>
          <a:solidFill>
            <a:srgbClr val="161E2E"/>
          </a:solidFill>
          <a:ln/>
        </p:spPr>
      </p:sp>
      <p:sp>
        <p:nvSpPr>
          <p:cNvPr id="54" name="Text 52"/>
          <p:cNvSpPr/>
          <p:nvPr/>
        </p:nvSpPr>
        <p:spPr>
          <a:xfrm>
            <a:off x="6291072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upheld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892040"/>
            <a:ext cx="859536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37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IPType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Patent, Copyright, Trademark, TradeSecret }      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IPStatus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Active, Transferred, Disputed, Revoked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Existence via SHA-256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1188720" cy="1188720"/>
          </a:xfrm>
          <a:prstGeom prst="ellipse">
            <a:avLst/>
          </a:prstGeom>
          <a:solidFill>
            <a:srgbClr val="1A2235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896112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Original 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Your IP content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(PDF, image, code...)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18CF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868680"/>
            <a:ext cx="1188720" cy="1188720"/>
          </a:xfrm>
          <a:prstGeom prst="ellipse">
            <a:avLst/>
          </a:prstGeom>
          <a:solidFill>
            <a:srgbClr val="1A2235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896112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🔧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SHA-256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Browser computes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32-byte fingerprint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18CF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983480" y="868680"/>
            <a:ext cx="1188720" cy="1188720"/>
          </a:xfrm>
          <a:prstGeom prst="ellipse">
            <a:avLst/>
          </a:prstGeom>
          <a:solidFill>
            <a:srgbClr val="1A2235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896112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⛓️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Store on Chain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Hash + owner + timestamp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immutably recorded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18CF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86600" y="868680"/>
            <a:ext cx="1188720" cy="1188720"/>
          </a:xfrm>
          <a:prstGeom prst="ellipse">
            <a:avLst/>
          </a:prstGeom>
          <a:solidFill>
            <a:srgbClr val="1A2235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896112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✅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675120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Verify Anytime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Re-hash same 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compare on blockchain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💡 Key Insight — Why Hashing?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We never store the actual file on-chain (too expensive). Instead, we store its SHA-256 fingerprint. If even 1 bit of the file changes, the hash completely changes. This creates undeniable proof that the exact content existed at the exact block timestamp.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86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206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"Hello, World!"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407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 → dffd6021bb2bd5b0af676290809ec3a53191dd81c7f70a4b28688a362182986d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6085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to "Hello, world!" → completely different hash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335024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94360" cy="1335024"/>
          </a:xfrm>
          <a:prstGeom prst="rect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307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Remix 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Compile &amp; Deploy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070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Compile IPProtection.sol with Solidity 0.8.19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Select Injected Provider → Deploy to Sepolia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335024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594360" cy="1335024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1307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MetaMask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4068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Connect Wallet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2070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Open DApp → Click Connect MetaMask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Approve connection, verify Sepolia network selected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4206240" cy="1335024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49424"/>
            <a:ext cx="594360" cy="1335024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408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" y="2752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DApp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012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Register an 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651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Upload a file → SHA-256 auto-generates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Fill Title, Type → Click Register → Confirm TX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49424"/>
            <a:ext cx="4206240" cy="1335024"/>
          </a:xfrm>
          <a:prstGeom prst="rect">
            <a:avLst/>
          </a:prstGeom>
          <a:solidFill>
            <a:srgbClr val="1A2235"/>
          </a:solidFill>
          <a:ln w="12700">
            <a:solidFill>
              <a:srgbClr val="818CF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49424"/>
            <a:ext cx="594360" cy="1335024"/>
          </a:xfrm>
          <a:prstGeom prst="rect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3408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2752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Etherscan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4068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Verify Transaction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651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Copy TX hash → Open Sepolia Etherscan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Show IPRegistered event in logs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94176"/>
            <a:ext cx="4206240" cy="1335024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94176"/>
            <a:ext cx="594360" cy="1335024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785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20040" y="4197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DApp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6012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Verify IP Hash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0965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Re-upload same file in Verify tab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Click Verify → Shows owner + timestamp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94176"/>
            <a:ext cx="4206240" cy="1335024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94176"/>
            <a:ext cx="594360" cy="1335024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85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00600" y="4197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DApp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4068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Issue a License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40965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Enter licensee address and terms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Confirm MetaMask → LicenseIssued event fires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778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91440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Access Control Modifiers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2529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onlyAdmin and onlyIPOwner modifiers ensure only authorized addresses can transfer, license, or revoke IP assets.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8778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0" y="91440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Duplicate Prevention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22529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hashToIPId mapping prevents identical content from being registered twice — enforced at contract level, not UI.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6052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2677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⛽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51560" y="23042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Anti-Spam Fee Mechanism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1518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0.001 ETH registration fee and 0.0005 ETH license fee prevent spam. Excess is automatically refunded.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12848"/>
            <a:ext cx="416052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22677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0" y="23042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Expiry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61518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require() checks ensure expiry timestamps are always in the future, preventing logical errors.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16052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657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51560" y="369417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Overflow Protection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00507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Solidity 0.8+ has built-in arithmetic overflow/underflow protection — no SafeMath library needed.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16052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18888" y="3657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📢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0" y="369417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Event Transparency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00507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state changes emit Events. Anyone can audit full history of registrations, transfers, licenses on Etherscan.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3657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ChainIP proves that blockchain can solve real-world IP protection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with transparency, immutability, and zero central authority.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71600" y="2633472"/>
            <a:ext cx="3200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✅ Immutable timestamped IP registry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633472"/>
            <a:ext cx="3200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✅ SHA-256 proof of existence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8960"/>
            <a:ext cx="3200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1455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✅ Automated smart contract licensing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108960"/>
            <a:ext cx="3200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1455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✅ On-chain dispute resolution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584448"/>
            <a:ext cx="3200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621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✅ Full Etherscan transparency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336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</a:rPr>
              <a:t>Future Scope: DAO-based dispute voting  •  IPFS file storage  •  NFT-based IP certificates  •  Cross-chain compatibility  •  AI plagiarism detection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Intellectual Property Protection</dc:title>
  <dc:subject>PptxGenJS Presentation</dc:subject>
  <dc:creator>ChainIP Project</dc:creator>
  <cp:lastModifiedBy>ChainIP Project</cp:lastModifiedBy>
  <cp:revision>1</cp:revision>
  <dcterms:created xsi:type="dcterms:W3CDTF">2026-04-04T11:38:03Z</dcterms:created>
  <dcterms:modified xsi:type="dcterms:W3CDTF">2026-04-04T11:38:03Z</dcterms:modified>
</cp:coreProperties>
</file>